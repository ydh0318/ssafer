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93" r:id="rId3"/>
    <p:sldId id="281" r:id="rId4"/>
    <p:sldId id="292" r:id="rId5"/>
    <p:sldId id="282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91" r:id="rId14"/>
    <p:sldId id="290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702" autoAdjust="0"/>
    <p:restoredTop sz="94660"/>
  </p:normalViewPr>
  <p:slideViewPr>
    <p:cSldViewPr snapToGrid="0">
      <p:cViewPr varScale="1">
        <p:scale>
          <a:sx n="69" d="100"/>
          <a:sy n="69" d="100"/>
        </p:scale>
        <p:origin x="72" y="3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2ED2FBBE-9D24-42B7-92FF-D28BB2EF2AB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altLang="ko-KR"/>
              <a:t>CLI</a:t>
            </a: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9886482-65EE-42B4-ADB2-6BAC23DFCFA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US" altLang="ko-KR"/>
              <a:t>CLI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6D5AB1B-B0A6-444D-BC06-213257A31C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6B84530-8161-4B10-A5DD-55B1B89154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5303CB-525B-4C41-8255-6F79DEE2C8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625586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altLang="ko-KR"/>
              <a:t>CLI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US" altLang="ko-KR"/>
              <a:t>CLI</a:t>
            </a:r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EAC8F1-7E7A-4D02-BDE8-865118AEFA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476498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63BC0A-6A42-4CAE-9E32-2E1E61809D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6CFBCF9-5F27-41C0-B410-7E1590A3D4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F9B8B8-E8A3-4A67-9877-D5D8DB29A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6F696-8365-4FF8-94B7-FFDF82E605F8}" type="datetime1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6D12295-5EA2-41CE-BA31-E92F43083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181181-3227-4F4C-9344-76C31A214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B18B8-949A-43ED-B42D-EE5B5248CC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488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D38EEB-A858-4EBB-8B9B-A65CD7401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05A2B4-FA25-4677-8CA9-791F267B50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400331-84AE-48BB-ACBF-2F334263E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5A64A-BC1D-4812-A5EF-53FD9D453B43}" type="datetime1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924F7F-6CF7-41DC-93D4-CADE2606F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E0C609-D552-4FBB-95FC-2715062AC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B18B8-949A-43ED-B42D-EE5B5248CC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8833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E9E3F1-AE50-48D2-A762-55ED191FD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CE626D-89E5-4758-BC30-6F82D70FA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59C765-A287-4E0D-A0B9-8B5B3FFC2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90D90-1BBE-4F0A-A7D8-EA22B058CB6D}" type="datetime1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F0795B-1BF3-4329-A6F7-1200240FE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F7C9FA-64FE-461B-A0CB-3DA7A44AA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B18B8-949A-43ED-B42D-EE5B5248CC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1671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45B418-50AB-4276-A185-4F7267792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267AE3-FB1E-4638-8789-E706D974FB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797580C-E851-4F1F-94A0-E684FBE234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C961F2E-F07D-4AC3-AE00-9FD93CC4B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9F417-ED68-487B-873C-04488A3AC0F6}" type="datetime1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0B42527-2990-49B8-9F29-7909F1D5B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CE2D894-052D-403A-9C3B-26A595A76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B18B8-949A-43ED-B42D-EE5B5248CC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9986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96EDDA-D1A7-4F84-91B7-7BDA2E0CB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4620A-FF33-4947-A8B4-26FD13A2B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5F16FFD-8E5F-4A3C-B7D3-B79D2799E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7D35D9-9D7D-41E5-9F49-8FC194F734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14500D6-9E7D-4A54-8428-2130D5011D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34049E2-0CE3-40AF-B223-CFB4AD524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4DDF4-E854-4683-9816-CC0E27524F78}" type="datetime1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CD8FB45-3A6F-447F-8DE0-EBC5D5FC8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3ECD240-11F0-4AD5-A9F4-B765A7E5D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B18B8-949A-43ED-B42D-EE5B5248CC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5152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BB9EF7-2674-4717-B470-B72180D26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15C8B8E-B4DB-45EF-87DB-3FF4A46D3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08ACE-D3DE-40CD-A8E0-0EFF7EF908FB}" type="datetime1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B58D42A-6C4E-47F1-820E-B07FC0BCD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96A8069-8ABF-442A-BC33-6D3C6162B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B18B8-949A-43ED-B42D-EE5B5248CC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0527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20DB168-8AF6-49C0-B3E7-FADDF5B80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3C4A3-FA00-4A2D-91B4-74DF4A1A9BF3}" type="datetime1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1D5F910-F62D-4168-A3DC-92F8D0EDD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D0A931-6408-4AEC-980A-AE7E55D6B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B18B8-949A-43ED-B42D-EE5B5248CC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0802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9D4742-1500-4C3B-BBB4-DC2FCAEFD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ED00FB-E8E3-412C-B6F6-596F0BFCBF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413A41-4166-4BE0-A125-8C7B0F3538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8F55DFF-0AEB-4F38-BAF2-AB645424A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AB0D3-B9C9-4BD4-A1A6-398FF3AB48C7}" type="datetime1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983F242-7CC0-4EE5-87C1-2E18C43E1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22BBCE-8323-4E06-AD57-817541E72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B18B8-949A-43ED-B42D-EE5B5248CC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7556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B25C75-A8BE-47AE-AF9C-6C34C4C90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EA6E464-4222-47CF-8650-D220AA313F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278703E-416D-4E23-96FB-4885904D2B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F4D0D31-95DE-4A6D-A997-BC25CFF0B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CAC1E-41A2-4DF8-BB38-EF059CDED4B5}" type="datetime1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2A497D9-46CF-484C-83B9-C1A883DF2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4BC47A5-ED27-4712-9067-1E6E2D642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B18B8-949A-43ED-B42D-EE5B5248CC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041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127747-0AA2-4B0A-B2D8-A7511094D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F0B046C-3CBF-4CF6-9D04-1736173561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9F6E9F-845F-4D68-AB11-84C8F358D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C4BB2-8B17-4AE8-A0F6-6247EA220B3E}" type="datetime1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8254BD-CD71-4770-88BA-1015A8B9C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2945BE-48D8-45DA-ABA7-E3E9FE4C9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B18B8-949A-43ED-B42D-EE5B5248CC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1418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077A760-853D-4E15-B6FA-5A185677D3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935FFF8-F3B8-44E2-8A4C-2B63C95C82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B1CD80-78B9-4F86-8638-78C86574E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47C35-4D43-4D28-BFFC-3404703C1FF7}" type="datetime1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BEA56F-24C3-41EF-B76F-A1907A9DF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73A3B2-15BB-4AD7-95B4-956446018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B18B8-949A-43ED-B42D-EE5B5248CC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5229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E3CB7DE-64F5-4B44-AA20-F9B1854B3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AADEBA-80E4-43CB-89B8-6665B44D8F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C1FE25-0761-4879-AB24-C6B5BC9BE2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816D9A-0693-47E1-8EAA-BBD16F5A2B9E}" type="datetime1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66B34F-C04D-46E2-A901-769D8844D3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FA876B-984C-4425-9CE6-6A685A0194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0B18B8-949A-43ED-B42D-EE5B5248CC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4506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FAE809-8CCA-4452-97A0-3F9AA55EB5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0178"/>
            <a:ext cx="9144000" cy="2387600"/>
          </a:xfrm>
        </p:spPr>
        <p:txBody>
          <a:bodyPr/>
          <a:lstStyle/>
          <a:p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시연 시나리오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B7E205C-57E9-4012-987D-3128470C44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55330"/>
            <a:ext cx="9144000" cy="1655762"/>
          </a:xfrm>
        </p:spPr>
        <p:txBody>
          <a:bodyPr/>
          <a:lstStyle/>
          <a:p>
            <a:r>
              <a:rPr lang="en-US" altLang="ko-KR" dirty="0"/>
              <a:t>B105 – </a:t>
            </a:r>
            <a:r>
              <a:rPr lang="en-US" altLang="ko-KR" dirty="0" err="1"/>
              <a:t>ssafer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48304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2BF5134A-52A4-42E8-8ED8-6C396FD423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459" y="2295953"/>
            <a:ext cx="8126384" cy="1359038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3406E483-6EE5-45C5-BCF5-E1A94152B6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9915" y="4647953"/>
            <a:ext cx="5459946" cy="915560"/>
          </a:xfrm>
          <a:prstGeom prst="rect">
            <a:avLst/>
          </a:prstGeom>
        </p:spPr>
      </p:pic>
      <p:sp>
        <p:nvSpPr>
          <p:cNvPr id="14" name="부제목 2">
            <a:extLst>
              <a:ext uri="{FF2B5EF4-FFF2-40B4-BE49-F238E27FC236}">
                <a16:creationId xmlns:a16="http://schemas.microsoft.com/office/drawing/2014/main" id="{0DAC869A-8C1A-4565-A451-14B2B728F583}"/>
              </a:ext>
            </a:extLst>
          </p:cNvPr>
          <p:cNvSpPr txBox="1">
            <a:spLocks/>
          </p:cNvSpPr>
          <p:nvPr/>
        </p:nvSpPr>
        <p:spPr>
          <a:xfrm>
            <a:off x="228600" y="395864"/>
            <a:ext cx="3951147" cy="500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[CLI 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준비</a:t>
            </a: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]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8AD9A9FE-AFD6-4BE9-A117-42DA39B6B7B0}"/>
              </a:ext>
            </a:extLst>
          </p:cNvPr>
          <p:cNvSpPr/>
          <p:nvPr/>
        </p:nvSpPr>
        <p:spPr>
          <a:xfrm>
            <a:off x="6249724" y="4913537"/>
            <a:ext cx="1465849" cy="27302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40198D02-9992-4696-ABE0-5ADAC2008C04}"/>
              </a:ext>
            </a:extLst>
          </p:cNvPr>
          <p:cNvCxnSpPr>
            <a:cxnSpLocks/>
            <a:stCxn id="31" idx="1"/>
            <a:endCxn id="32" idx="0"/>
          </p:cNvCxnSpPr>
          <p:nvPr/>
        </p:nvCxnSpPr>
        <p:spPr>
          <a:xfrm flipH="1">
            <a:off x="1715291" y="1520466"/>
            <a:ext cx="2555551" cy="9002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40F82232-F400-49F8-9821-FEF5E22FC32F}"/>
              </a:ext>
            </a:extLst>
          </p:cNvPr>
          <p:cNvSpPr txBox="1"/>
          <p:nvPr/>
        </p:nvSpPr>
        <p:spPr>
          <a:xfrm>
            <a:off x="4270842" y="1335800"/>
            <a:ext cx="3957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1. </a:t>
            </a:r>
            <a:r>
              <a:rPr lang="en-US" altLang="ko-KR" dirty="0" err="1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ssafer</a:t>
            </a:r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다운로드</a:t>
            </a:r>
            <a:endParaRPr lang="en-US" altLang="ko-KR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EE379858-C676-4CCC-AD5B-F832A6ECCE3E}"/>
              </a:ext>
            </a:extLst>
          </p:cNvPr>
          <p:cNvSpPr/>
          <p:nvPr/>
        </p:nvSpPr>
        <p:spPr>
          <a:xfrm>
            <a:off x="886165" y="2420715"/>
            <a:ext cx="1658251" cy="29068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E8C6F71A-7CD8-4DB2-B09E-FFB606D0C2A0}"/>
              </a:ext>
            </a:extLst>
          </p:cNvPr>
          <p:cNvCxnSpPr>
            <a:cxnSpLocks/>
            <a:stCxn id="38" idx="3"/>
            <a:endCxn id="22" idx="1"/>
          </p:cNvCxnSpPr>
          <p:nvPr/>
        </p:nvCxnSpPr>
        <p:spPr>
          <a:xfrm>
            <a:off x="5271715" y="4651968"/>
            <a:ext cx="978009" cy="3980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3C5FDEB1-ADF0-46B3-AF18-B01B122760C1}"/>
              </a:ext>
            </a:extLst>
          </p:cNvPr>
          <p:cNvSpPr txBox="1"/>
          <p:nvPr/>
        </p:nvSpPr>
        <p:spPr>
          <a:xfrm>
            <a:off x="1806263" y="4467302"/>
            <a:ext cx="3465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2. 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필요한 도구 </a:t>
            </a:r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en-US" altLang="ko-KR" dirty="0" err="1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trivy</a:t>
            </a:r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 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다운로드</a:t>
            </a:r>
            <a:endParaRPr lang="en-US" altLang="ko-KR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CC75FEA-1FA7-435B-87B1-5DDD2FDDA932}"/>
              </a:ext>
            </a:extLst>
          </p:cNvPr>
          <p:cNvSpPr txBox="1"/>
          <p:nvPr/>
        </p:nvSpPr>
        <p:spPr>
          <a:xfrm>
            <a:off x="10821725" y="143123"/>
            <a:ext cx="1141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dirty="0"/>
              <a:t>CLI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6745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CA3ACAFF-3369-4138-BC2A-A5D8E1AE8C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9057" y="2663037"/>
            <a:ext cx="4787558" cy="338217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5989F0D9-AA16-48F5-BCC7-1A87A05619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708" y="1327405"/>
            <a:ext cx="5073136" cy="2374717"/>
          </a:xfrm>
          <a:prstGeom prst="rect">
            <a:avLst/>
          </a:prstGeom>
        </p:spPr>
      </p:pic>
      <p:sp>
        <p:nvSpPr>
          <p:cNvPr id="14" name="부제목 2">
            <a:extLst>
              <a:ext uri="{FF2B5EF4-FFF2-40B4-BE49-F238E27FC236}">
                <a16:creationId xmlns:a16="http://schemas.microsoft.com/office/drawing/2014/main" id="{0DAC869A-8C1A-4565-A451-14B2B728F583}"/>
              </a:ext>
            </a:extLst>
          </p:cNvPr>
          <p:cNvSpPr txBox="1">
            <a:spLocks/>
          </p:cNvSpPr>
          <p:nvPr/>
        </p:nvSpPr>
        <p:spPr>
          <a:xfrm>
            <a:off x="228600" y="395864"/>
            <a:ext cx="3951147" cy="500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[CLI]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8AD9A9FE-AFD6-4BE9-A117-42DA39B6B7B0}"/>
              </a:ext>
            </a:extLst>
          </p:cNvPr>
          <p:cNvSpPr/>
          <p:nvPr/>
        </p:nvSpPr>
        <p:spPr>
          <a:xfrm>
            <a:off x="6735498" y="3341693"/>
            <a:ext cx="2341784" cy="166322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40198D02-9992-4696-ABE0-5ADAC2008C04}"/>
              </a:ext>
            </a:extLst>
          </p:cNvPr>
          <p:cNvCxnSpPr>
            <a:cxnSpLocks/>
            <a:stCxn id="31" idx="2"/>
            <a:endCxn id="32" idx="0"/>
          </p:cNvCxnSpPr>
          <p:nvPr/>
        </p:nvCxnSpPr>
        <p:spPr>
          <a:xfrm flipH="1">
            <a:off x="3124952" y="1082965"/>
            <a:ext cx="2293459" cy="20454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40F82232-F400-49F8-9821-FEF5E22FC32F}"/>
              </a:ext>
            </a:extLst>
          </p:cNvPr>
          <p:cNvSpPr txBox="1"/>
          <p:nvPr/>
        </p:nvSpPr>
        <p:spPr>
          <a:xfrm>
            <a:off x="3439529" y="713633"/>
            <a:ext cx="3957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1. 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웹사이트에서 시작하기 버튼 클릭</a:t>
            </a:r>
            <a:endParaRPr lang="en-US" altLang="ko-KR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EE379858-C676-4CCC-AD5B-F832A6ECCE3E}"/>
              </a:ext>
            </a:extLst>
          </p:cNvPr>
          <p:cNvSpPr/>
          <p:nvPr/>
        </p:nvSpPr>
        <p:spPr>
          <a:xfrm>
            <a:off x="2658480" y="3128381"/>
            <a:ext cx="932944" cy="37726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E8C6F71A-7CD8-4DB2-B09E-FFB606D0C2A0}"/>
              </a:ext>
            </a:extLst>
          </p:cNvPr>
          <p:cNvCxnSpPr>
            <a:cxnSpLocks/>
            <a:stCxn id="38" idx="3"/>
            <a:endCxn id="22" idx="1"/>
          </p:cNvCxnSpPr>
          <p:nvPr/>
        </p:nvCxnSpPr>
        <p:spPr>
          <a:xfrm flipV="1">
            <a:off x="6017847" y="4173307"/>
            <a:ext cx="717651" cy="323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3C5FDEB1-ADF0-46B3-AF18-B01B122760C1}"/>
              </a:ext>
            </a:extLst>
          </p:cNvPr>
          <p:cNvSpPr txBox="1"/>
          <p:nvPr/>
        </p:nvSpPr>
        <p:spPr>
          <a:xfrm>
            <a:off x="2751318" y="4173307"/>
            <a:ext cx="32665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2. CLI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로 시작하기를 누르면 </a:t>
            </a:r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CLI 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가이드가 나오니 참고하기</a:t>
            </a:r>
            <a:endParaRPr lang="en-US" altLang="ko-KR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CC75FEA-1FA7-435B-87B1-5DDD2FDDA932}"/>
              </a:ext>
            </a:extLst>
          </p:cNvPr>
          <p:cNvSpPr txBox="1"/>
          <p:nvPr/>
        </p:nvSpPr>
        <p:spPr>
          <a:xfrm>
            <a:off x="10821725" y="143123"/>
            <a:ext cx="1141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dirty="0"/>
              <a:t>CLI</a:t>
            </a:r>
            <a:endParaRPr lang="ko-KR" altLang="en-US" dirty="0"/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70F08FB4-2E79-449E-94C4-BB41918F81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9382" y="4846573"/>
            <a:ext cx="2847860" cy="1552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73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부제목 2">
            <a:extLst>
              <a:ext uri="{FF2B5EF4-FFF2-40B4-BE49-F238E27FC236}">
                <a16:creationId xmlns:a16="http://schemas.microsoft.com/office/drawing/2014/main" id="{0DAC869A-8C1A-4565-A451-14B2B728F583}"/>
              </a:ext>
            </a:extLst>
          </p:cNvPr>
          <p:cNvSpPr txBox="1">
            <a:spLocks/>
          </p:cNvSpPr>
          <p:nvPr/>
        </p:nvSpPr>
        <p:spPr>
          <a:xfrm>
            <a:off x="228600" y="395864"/>
            <a:ext cx="3951147" cy="500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로그인</a:t>
            </a: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, agent 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연결 </a:t>
            </a: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[CLI]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AC7CBE7-0D22-44D7-B8B1-6D9482D872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93831"/>
            <a:ext cx="6537960" cy="1430337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97370527-5492-4647-8C03-295943052F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539" y="2521894"/>
            <a:ext cx="6134823" cy="2751649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8832E58C-F1E4-446D-B6CC-5D9DB6661B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4460" y="3897719"/>
            <a:ext cx="6720840" cy="2768904"/>
          </a:xfrm>
          <a:prstGeom prst="rect">
            <a:avLst/>
          </a:prstGeom>
        </p:spPr>
      </p:pic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45D75AAC-C5C8-47D8-8510-F570D9B25405}"/>
              </a:ext>
            </a:extLst>
          </p:cNvPr>
          <p:cNvCxnSpPr>
            <a:cxnSpLocks/>
            <a:stCxn id="21" idx="2"/>
            <a:endCxn id="22" idx="3"/>
          </p:cNvCxnSpPr>
          <p:nvPr/>
        </p:nvCxnSpPr>
        <p:spPr>
          <a:xfrm flipH="1">
            <a:off x="1470991" y="667469"/>
            <a:ext cx="4447762" cy="5664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AC77E30-69AB-4931-92A6-2608C144653C}"/>
              </a:ext>
            </a:extLst>
          </p:cNvPr>
          <p:cNvSpPr txBox="1"/>
          <p:nvPr/>
        </p:nvSpPr>
        <p:spPr>
          <a:xfrm>
            <a:off x="4116788" y="298137"/>
            <a:ext cx="3603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1. </a:t>
            </a:r>
            <a:r>
              <a:rPr lang="en-US" altLang="ko-KR" dirty="0" err="1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ssafer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login 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입력 후 로그인</a:t>
            </a:r>
            <a:endParaRPr lang="en-US" altLang="ko-KR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8AD9A9FE-AFD6-4BE9-A117-42DA39B6B7B0}"/>
              </a:ext>
            </a:extLst>
          </p:cNvPr>
          <p:cNvSpPr/>
          <p:nvPr/>
        </p:nvSpPr>
        <p:spPr>
          <a:xfrm>
            <a:off x="228600" y="1139887"/>
            <a:ext cx="1242391" cy="18798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40198D02-9992-4696-ABE0-5ADAC2008C04}"/>
              </a:ext>
            </a:extLst>
          </p:cNvPr>
          <p:cNvCxnSpPr>
            <a:cxnSpLocks/>
            <a:stCxn id="31" idx="1"/>
            <a:endCxn id="32" idx="3"/>
          </p:cNvCxnSpPr>
          <p:nvPr/>
        </p:nvCxnSpPr>
        <p:spPr>
          <a:xfrm flipH="1">
            <a:off x="4341412" y="2368020"/>
            <a:ext cx="3626125" cy="2681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40F82232-F400-49F8-9821-FEF5E22FC32F}"/>
              </a:ext>
            </a:extLst>
          </p:cNvPr>
          <p:cNvSpPr txBox="1"/>
          <p:nvPr/>
        </p:nvSpPr>
        <p:spPr>
          <a:xfrm>
            <a:off x="7967537" y="1906355"/>
            <a:ext cx="39577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2. 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로컬 에이전트 시작</a:t>
            </a:r>
            <a:endParaRPr lang="en-US" altLang="ko-KR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지금 시작하지 않아도 </a:t>
            </a:r>
            <a:r>
              <a:rPr lang="en-US" altLang="ko-KR" dirty="0" err="1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ssafer</a:t>
            </a:r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agent 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로 추후에 에이전트 시작 가능</a:t>
            </a:r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EE379858-C676-4CCC-AD5B-F832A6ECCE3E}"/>
              </a:ext>
            </a:extLst>
          </p:cNvPr>
          <p:cNvSpPr/>
          <p:nvPr/>
        </p:nvSpPr>
        <p:spPr>
          <a:xfrm>
            <a:off x="1392742" y="2521894"/>
            <a:ext cx="2948670" cy="22863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E8C6F71A-7CD8-4DB2-B09E-FFB606D0C2A0}"/>
              </a:ext>
            </a:extLst>
          </p:cNvPr>
          <p:cNvCxnSpPr>
            <a:cxnSpLocks/>
            <a:stCxn id="38" idx="3"/>
            <a:endCxn id="39" idx="1"/>
          </p:cNvCxnSpPr>
          <p:nvPr/>
        </p:nvCxnSpPr>
        <p:spPr>
          <a:xfrm flipV="1">
            <a:off x="3935896" y="5657354"/>
            <a:ext cx="1137242" cy="4464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3C5FDEB1-ADF0-46B3-AF18-B01B122760C1}"/>
              </a:ext>
            </a:extLst>
          </p:cNvPr>
          <p:cNvSpPr txBox="1"/>
          <p:nvPr/>
        </p:nvSpPr>
        <p:spPr>
          <a:xfrm>
            <a:off x="285612" y="5780599"/>
            <a:ext cx="36502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3. 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에이전트와 연결할 새 프로젝트 생성 또는 기존 프로젝트 선택</a:t>
            </a:r>
            <a:endParaRPr lang="en-US" altLang="ko-KR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1999FC62-E5A2-420E-9D3F-D7AED7EBEF87}"/>
              </a:ext>
            </a:extLst>
          </p:cNvPr>
          <p:cNvSpPr/>
          <p:nvPr/>
        </p:nvSpPr>
        <p:spPr>
          <a:xfrm>
            <a:off x="5073138" y="5534109"/>
            <a:ext cx="1136831" cy="24649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CC75FEA-1FA7-435B-87B1-5DDD2FDDA932}"/>
              </a:ext>
            </a:extLst>
          </p:cNvPr>
          <p:cNvSpPr txBox="1"/>
          <p:nvPr/>
        </p:nvSpPr>
        <p:spPr>
          <a:xfrm>
            <a:off x="10821725" y="143123"/>
            <a:ext cx="1141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dirty="0"/>
              <a:t>CLI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386227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부제목 2">
            <a:extLst>
              <a:ext uri="{FF2B5EF4-FFF2-40B4-BE49-F238E27FC236}">
                <a16:creationId xmlns:a16="http://schemas.microsoft.com/office/drawing/2014/main" id="{0DAC869A-8C1A-4565-A451-14B2B728F583}"/>
              </a:ext>
            </a:extLst>
          </p:cNvPr>
          <p:cNvSpPr txBox="1">
            <a:spLocks/>
          </p:cNvSpPr>
          <p:nvPr/>
        </p:nvSpPr>
        <p:spPr>
          <a:xfrm>
            <a:off x="228600" y="395864"/>
            <a:ext cx="3951147" cy="500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scan 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및 </a:t>
            </a: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upload 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실행 </a:t>
            </a: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[CLI]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84B6444-2B9D-4BD3-8E03-5A9570CD2A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620" y="1101243"/>
            <a:ext cx="3716451" cy="337042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02F02A9-4531-4CEE-9824-30A9DF100E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1746" y="1155271"/>
            <a:ext cx="5585461" cy="326236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35E231B-1B9A-4674-9044-514816BA3B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1877" y="4115957"/>
            <a:ext cx="3716451" cy="2530279"/>
          </a:xfrm>
          <a:prstGeom prst="rect">
            <a:avLst/>
          </a:prstGeom>
        </p:spPr>
      </p:pic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49899F1-588A-41F2-A916-E5061583EBCA}"/>
              </a:ext>
            </a:extLst>
          </p:cNvPr>
          <p:cNvCxnSpPr>
            <a:cxnSpLocks/>
            <a:stCxn id="16" idx="1"/>
            <a:endCxn id="18" idx="3"/>
          </p:cNvCxnSpPr>
          <p:nvPr/>
        </p:nvCxnSpPr>
        <p:spPr>
          <a:xfrm flipH="1">
            <a:off x="2657797" y="580530"/>
            <a:ext cx="1966112" cy="744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BC3B127-61C5-4F16-B495-6833CA6F2E78}"/>
              </a:ext>
            </a:extLst>
          </p:cNvPr>
          <p:cNvSpPr txBox="1"/>
          <p:nvPr/>
        </p:nvSpPr>
        <p:spPr>
          <a:xfrm>
            <a:off x="4623909" y="395864"/>
            <a:ext cx="532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 err="1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ssafer</a:t>
            </a:r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run --upload 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로 스캔 및 업로드 실행</a:t>
            </a:r>
            <a:endParaRPr lang="en-US" altLang="ko-KR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8022058A-BFAF-4794-BA17-8FC382FBE229}"/>
              </a:ext>
            </a:extLst>
          </p:cNvPr>
          <p:cNvSpPr/>
          <p:nvPr/>
        </p:nvSpPr>
        <p:spPr>
          <a:xfrm>
            <a:off x="1208340" y="1226832"/>
            <a:ext cx="1449457" cy="19645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EE6F078B-B5F8-4E9E-8350-761DE787B94A}"/>
              </a:ext>
            </a:extLst>
          </p:cNvPr>
          <p:cNvCxnSpPr>
            <a:cxnSpLocks/>
            <a:stCxn id="22" idx="2"/>
            <a:endCxn id="21" idx="0"/>
          </p:cNvCxnSpPr>
          <p:nvPr/>
        </p:nvCxnSpPr>
        <p:spPr>
          <a:xfrm flipH="1">
            <a:off x="4278769" y="4471664"/>
            <a:ext cx="1899831" cy="8617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5461E1B-E9B0-4CBD-9953-5EF0E90DA153}"/>
              </a:ext>
            </a:extLst>
          </p:cNvPr>
          <p:cNvSpPr txBox="1"/>
          <p:nvPr/>
        </p:nvSpPr>
        <p:spPr>
          <a:xfrm>
            <a:off x="2244202" y="5333397"/>
            <a:ext cx="40691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2. 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스캔 완료 후 업로드 시 진행상황을 웹에서 확인 가능</a:t>
            </a:r>
            <a:endParaRPr lang="en-US" altLang="ko-KR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C8170732-EC08-4A13-8598-A58C98FE6169}"/>
              </a:ext>
            </a:extLst>
          </p:cNvPr>
          <p:cNvSpPr/>
          <p:nvPr/>
        </p:nvSpPr>
        <p:spPr>
          <a:xfrm>
            <a:off x="4867071" y="4038954"/>
            <a:ext cx="2623058" cy="43271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5319DD3A-8E24-44BA-BFD0-F3605B994D4A}"/>
              </a:ext>
            </a:extLst>
          </p:cNvPr>
          <p:cNvCxnSpPr>
            <a:cxnSpLocks/>
            <a:stCxn id="21" idx="3"/>
            <a:endCxn id="7" idx="1"/>
          </p:cNvCxnSpPr>
          <p:nvPr/>
        </p:nvCxnSpPr>
        <p:spPr>
          <a:xfrm flipV="1">
            <a:off x="6313335" y="5381097"/>
            <a:ext cx="1608542" cy="2754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089FCF81-455D-4923-A744-244C7441A664}"/>
              </a:ext>
            </a:extLst>
          </p:cNvPr>
          <p:cNvSpPr txBox="1"/>
          <p:nvPr/>
        </p:nvSpPr>
        <p:spPr>
          <a:xfrm>
            <a:off x="10821725" y="143123"/>
            <a:ext cx="1141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dirty="0"/>
              <a:t>CLI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44617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부제목 2">
            <a:extLst>
              <a:ext uri="{FF2B5EF4-FFF2-40B4-BE49-F238E27FC236}">
                <a16:creationId xmlns:a16="http://schemas.microsoft.com/office/drawing/2014/main" id="{0DAC869A-8C1A-4565-A451-14B2B728F583}"/>
              </a:ext>
            </a:extLst>
          </p:cNvPr>
          <p:cNvSpPr txBox="1">
            <a:spLocks/>
          </p:cNvSpPr>
          <p:nvPr/>
        </p:nvSpPr>
        <p:spPr>
          <a:xfrm>
            <a:off x="228600" y="395864"/>
            <a:ext cx="3951147" cy="500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scan 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및 </a:t>
            </a: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upload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확인 </a:t>
            </a: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[CLI]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E7FC5C0-CB5C-4C6F-AC1D-EB3794A90B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5353" y="271809"/>
            <a:ext cx="4396499" cy="295548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E7A1390-6839-4EDD-A30D-BA13AA702E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7050" y="3659125"/>
            <a:ext cx="4154573" cy="305575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FD0A486-4B84-4A96-B2E5-E9ED42D197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884" y="3007184"/>
            <a:ext cx="3844775" cy="1190642"/>
          </a:xfrm>
          <a:prstGeom prst="rect">
            <a:avLst/>
          </a:prstGeom>
        </p:spPr>
      </p:pic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48722501-0C0F-479C-AAF8-86BC629C612F}"/>
              </a:ext>
            </a:extLst>
          </p:cNvPr>
          <p:cNvCxnSpPr>
            <a:cxnSpLocks/>
            <a:stCxn id="17" idx="2"/>
            <a:endCxn id="16" idx="0"/>
          </p:cNvCxnSpPr>
          <p:nvPr/>
        </p:nvCxnSpPr>
        <p:spPr>
          <a:xfrm>
            <a:off x="2929927" y="4197826"/>
            <a:ext cx="57769" cy="989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838E1B0-7F9F-4C20-A965-1EC8E4398571}"/>
              </a:ext>
            </a:extLst>
          </p:cNvPr>
          <p:cNvSpPr txBox="1"/>
          <p:nvPr/>
        </p:nvSpPr>
        <p:spPr>
          <a:xfrm>
            <a:off x="910409" y="5187000"/>
            <a:ext cx="4154573" cy="370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스캔</a:t>
            </a:r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업로드 완료 후 웹에서 결과 확인</a:t>
            </a:r>
            <a:endParaRPr lang="en-US" altLang="ko-KR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59924B7-A01C-4F6A-847B-9D3D10676ABA}"/>
              </a:ext>
            </a:extLst>
          </p:cNvPr>
          <p:cNvSpPr/>
          <p:nvPr/>
        </p:nvSpPr>
        <p:spPr>
          <a:xfrm>
            <a:off x="1582051" y="3938226"/>
            <a:ext cx="2695751" cy="2596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AE1418E9-6CFB-4F1A-8BB4-5CA86F726E30}"/>
              </a:ext>
            </a:extLst>
          </p:cNvPr>
          <p:cNvCxnSpPr>
            <a:cxnSpLocks/>
            <a:stCxn id="16" idx="3"/>
            <a:endCxn id="4" idx="1"/>
          </p:cNvCxnSpPr>
          <p:nvPr/>
        </p:nvCxnSpPr>
        <p:spPr>
          <a:xfrm flipV="1">
            <a:off x="5064982" y="1749551"/>
            <a:ext cx="1080371" cy="3622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75537EB3-B9E4-4988-BB4E-00B31A344864}"/>
              </a:ext>
            </a:extLst>
          </p:cNvPr>
          <p:cNvCxnSpPr>
            <a:cxnSpLocks/>
            <a:stCxn id="16" idx="3"/>
            <a:endCxn id="8" idx="1"/>
          </p:cNvCxnSpPr>
          <p:nvPr/>
        </p:nvCxnSpPr>
        <p:spPr>
          <a:xfrm flipV="1">
            <a:off x="5064982" y="5187001"/>
            <a:ext cx="1202068" cy="1854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F2123CDE-EE8A-435A-B4DA-C5F2E50FE600}"/>
              </a:ext>
            </a:extLst>
          </p:cNvPr>
          <p:cNvSpPr txBox="1"/>
          <p:nvPr/>
        </p:nvSpPr>
        <p:spPr>
          <a:xfrm>
            <a:off x="10821725" y="143123"/>
            <a:ext cx="1141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dirty="0"/>
              <a:t>CLI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97909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부제목 2">
            <a:extLst>
              <a:ext uri="{FF2B5EF4-FFF2-40B4-BE49-F238E27FC236}">
                <a16:creationId xmlns:a16="http://schemas.microsoft.com/office/drawing/2014/main" id="{0DAC869A-8C1A-4565-A451-14B2B728F583}"/>
              </a:ext>
            </a:extLst>
          </p:cNvPr>
          <p:cNvSpPr txBox="1">
            <a:spLocks/>
          </p:cNvSpPr>
          <p:nvPr/>
        </p:nvSpPr>
        <p:spPr>
          <a:xfrm>
            <a:off x="228600" y="395864"/>
            <a:ext cx="3951147" cy="500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Apply(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수정 사항 적용</a:t>
            </a: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[CLI]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351BAEF-3D1C-4500-B1BD-47329AACCB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19" y="952016"/>
            <a:ext cx="5350743" cy="182928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A4D255C-139C-45E6-A8AD-D7198797F3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6518" y="2681125"/>
            <a:ext cx="6035040" cy="276358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CBCE587-C12D-4236-B171-6D9A3D94D0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5130201"/>
            <a:ext cx="6705600" cy="1727799"/>
          </a:xfrm>
          <a:prstGeom prst="rect">
            <a:avLst/>
          </a:prstGeom>
        </p:spPr>
      </p:pic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FCB7C601-0D2C-45EA-92EB-8711C1328A98}"/>
              </a:ext>
            </a:extLst>
          </p:cNvPr>
          <p:cNvCxnSpPr>
            <a:cxnSpLocks/>
            <a:stCxn id="16" idx="1"/>
            <a:endCxn id="17" idx="3"/>
          </p:cNvCxnSpPr>
          <p:nvPr/>
        </p:nvCxnSpPr>
        <p:spPr>
          <a:xfrm flipH="1">
            <a:off x="985963" y="580530"/>
            <a:ext cx="3637946" cy="5464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2234537-0EE9-4C88-9560-EA519ACB5EEB}"/>
              </a:ext>
            </a:extLst>
          </p:cNvPr>
          <p:cNvSpPr txBox="1"/>
          <p:nvPr/>
        </p:nvSpPr>
        <p:spPr>
          <a:xfrm>
            <a:off x="4623909" y="395864"/>
            <a:ext cx="5150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 err="1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ssafer</a:t>
            </a:r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apply 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로 수정사항 적용</a:t>
            </a:r>
            <a:endParaRPr lang="en-US" altLang="ko-KR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3D7419CE-2324-46CA-A07C-75549C8B1CFC}"/>
              </a:ext>
            </a:extLst>
          </p:cNvPr>
          <p:cNvSpPr/>
          <p:nvPr/>
        </p:nvSpPr>
        <p:spPr>
          <a:xfrm>
            <a:off x="228601" y="1025718"/>
            <a:ext cx="757362" cy="20247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AD5FEFFA-1336-4EAD-866E-B5DD342E0F76}"/>
              </a:ext>
            </a:extLst>
          </p:cNvPr>
          <p:cNvCxnSpPr>
            <a:cxnSpLocks/>
            <a:stCxn id="19" idx="1"/>
            <a:endCxn id="20" idx="3"/>
          </p:cNvCxnSpPr>
          <p:nvPr/>
        </p:nvCxnSpPr>
        <p:spPr>
          <a:xfrm flipH="1">
            <a:off x="3405975" y="1936597"/>
            <a:ext cx="2908927" cy="8082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F17AFA6-F41E-4D05-A4F6-F47107D2EEFF}"/>
              </a:ext>
            </a:extLst>
          </p:cNvPr>
          <p:cNvSpPr txBox="1"/>
          <p:nvPr/>
        </p:nvSpPr>
        <p:spPr>
          <a:xfrm>
            <a:off x="6314902" y="1751931"/>
            <a:ext cx="5150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2. 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고칠 것</a:t>
            </a:r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부분 </a:t>
            </a:r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or 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전체</a:t>
            </a:r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선택 시 </a:t>
            </a:r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diff 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시각화</a:t>
            </a:r>
            <a:endParaRPr lang="en-US" altLang="ko-KR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12315555-28F5-4D4D-A869-3B7E5691046E}"/>
              </a:ext>
            </a:extLst>
          </p:cNvPr>
          <p:cNvSpPr/>
          <p:nvPr/>
        </p:nvSpPr>
        <p:spPr>
          <a:xfrm>
            <a:off x="1956518" y="2646614"/>
            <a:ext cx="1449457" cy="19645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473E6709-C91D-479D-B8A0-20F6571E7EE6}"/>
              </a:ext>
            </a:extLst>
          </p:cNvPr>
          <p:cNvCxnSpPr>
            <a:cxnSpLocks/>
            <a:stCxn id="22" idx="0"/>
          </p:cNvCxnSpPr>
          <p:nvPr/>
        </p:nvCxnSpPr>
        <p:spPr>
          <a:xfrm flipV="1">
            <a:off x="3245735" y="5215998"/>
            <a:ext cx="2116650" cy="7885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3690684-5977-4111-94E9-37CA9396467C}"/>
              </a:ext>
            </a:extLst>
          </p:cNvPr>
          <p:cNvSpPr txBox="1"/>
          <p:nvPr/>
        </p:nvSpPr>
        <p:spPr>
          <a:xfrm>
            <a:off x="1375575" y="6004568"/>
            <a:ext cx="3740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3. 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수정에 동의하면 자동 수정 적용</a:t>
            </a:r>
            <a:endParaRPr lang="en-US" altLang="ko-KR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B4EB51B-A045-48E7-8C47-8C0DC0DEDF2B}"/>
              </a:ext>
            </a:extLst>
          </p:cNvPr>
          <p:cNvSpPr/>
          <p:nvPr/>
        </p:nvSpPr>
        <p:spPr>
          <a:xfrm>
            <a:off x="5362385" y="5120524"/>
            <a:ext cx="1984620" cy="19094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0F60A64-823C-4C35-903E-C1D7543335DD}"/>
              </a:ext>
            </a:extLst>
          </p:cNvPr>
          <p:cNvSpPr txBox="1"/>
          <p:nvPr/>
        </p:nvSpPr>
        <p:spPr>
          <a:xfrm>
            <a:off x="10821725" y="143123"/>
            <a:ext cx="1141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dirty="0"/>
              <a:t>CLI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67660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부제목 2">
            <a:extLst>
              <a:ext uri="{FF2B5EF4-FFF2-40B4-BE49-F238E27FC236}">
                <a16:creationId xmlns:a16="http://schemas.microsoft.com/office/drawing/2014/main" id="{0DAC869A-8C1A-4565-A451-14B2B728F583}"/>
              </a:ext>
            </a:extLst>
          </p:cNvPr>
          <p:cNvSpPr txBox="1">
            <a:spLocks/>
          </p:cNvSpPr>
          <p:nvPr/>
        </p:nvSpPr>
        <p:spPr>
          <a:xfrm>
            <a:off x="228600" y="395864"/>
            <a:ext cx="3951147" cy="500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Apply(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수정 사항 적용</a:t>
            </a: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[CLI]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988936A-16B0-42A7-9A02-B9B03C3813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310" y="2405741"/>
            <a:ext cx="10530840" cy="28741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F0D0FB5-FD09-4D87-83D8-4F61DD07992B}"/>
              </a:ext>
            </a:extLst>
          </p:cNvPr>
          <p:cNvSpPr txBox="1"/>
          <p:nvPr/>
        </p:nvSpPr>
        <p:spPr>
          <a:xfrm>
            <a:off x="822944" y="1903111"/>
            <a:ext cx="4766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프로젝트에서 실제로 코드가 바뀐 것을 확인</a:t>
            </a:r>
            <a:endParaRPr lang="en-US" altLang="ko-KR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D36D656-3D79-4C8A-99B7-5696AE098DD9}"/>
              </a:ext>
            </a:extLst>
          </p:cNvPr>
          <p:cNvSpPr/>
          <p:nvPr/>
        </p:nvSpPr>
        <p:spPr>
          <a:xfrm>
            <a:off x="1081118" y="2578553"/>
            <a:ext cx="4437087" cy="28391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731A5B5-1A4A-4989-8C93-030B2DC3660A}"/>
              </a:ext>
            </a:extLst>
          </p:cNvPr>
          <p:cNvSpPr/>
          <p:nvPr/>
        </p:nvSpPr>
        <p:spPr>
          <a:xfrm>
            <a:off x="6554265" y="2578553"/>
            <a:ext cx="4437087" cy="28391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9BC35E48-2697-4EEC-86E7-19760414683E}"/>
              </a:ext>
            </a:extLst>
          </p:cNvPr>
          <p:cNvSpPr/>
          <p:nvPr/>
        </p:nvSpPr>
        <p:spPr>
          <a:xfrm>
            <a:off x="1081118" y="5011840"/>
            <a:ext cx="4437087" cy="28391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4CBFA5E6-FCC4-4447-B7C7-E0599B73F00B}"/>
              </a:ext>
            </a:extLst>
          </p:cNvPr>
          <p:cNvSpPr/>
          <p:nvPr/>
        </p:nvSpPr>
        <p:spPr>
          <a:xfrm>
            <a:off x="6554265" y="5011840"/>
            <a:ext cx="4437087" cy="28391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E5EFCF-2C4E-4F39-B231-B79075F7A9CC}"/>
              </a:ext>
            </a:extLst>
          </p:cNvPr>
          <p:cNvSpPr txBox="1"/>
          <p:nvPr/>
        </p:nvSpPr>
        <p:spPr>
          <a:xfrm>
            <a:off x="10821725" y="143123"/>
            <a:ext cx="1141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dirty="0"/>
              <a:t>CLI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60093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06FADA06-2300-4E5E-B56E-530D54CCCDB9}"/>
              </a:ext>
            </a:extLst>
          </p:cNvPr>
          <p:cNvSpPr txBox="1">
            <a:spLocks/>
          </p:cNvSpPr>
          <p:nvPr/>
        </p:nvSpPr>
        <p:spPr>
          <a:xfrm>
            <a:off x="228600" y="395864"/>
            <a:ext cx="3951147" cy="500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로그인</a:t>
            </a: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[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웹</a:t>
            </a: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]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DC2A340-1797-4D2A-B7D5-74C372D33C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052" y="1096835"/>
            <a:ext cx="5647414" cy="262518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189D625-624B-4538-8974-E5D55708A3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66" y="3867094"/>
            <a:ext cx="5997934" cy="288272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576C09D-EC3A-43F6-AE2F-9DD07039E1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804" y="1248759"/>
            <a:ext cx="5910269" cy="3621817"/>
          </a:xfrm>
          <a:prstGeom prst="rect">
            <a:avLst/>
          </a:prstGeom>
        </p:spPr>
      </p:pic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25460283-AC96-4F61-B636-9AC7749C3470}"/>
              </a:ext>
            </a:extLst>
          </p:cNvPr>
          <p:cNvCxnSpPr>
            <a:cxnSpLocks/>
            <a:stCxn id="16" idx="2"/>
          </p:cNvCxnSpPr>
          <p:nvPr/>
        </p:nvCxnSpPr>
        <p:spPr>
          <a:xfrm flipH="1">
            <a:off x="4084752" y="875842"/>
            <a:ext cx="969908" cy="22411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39A754B-6D95-472B-ADB5-AD293B930FD1}"/>
              </a:ext>
            </a:extLst>
          </p:cNvPr>
          <p:cNvSpPr txBox="1"/>
          <p:nvPr/>
        </p:nvSpPr>
        <p:spPr>
          <a:xfrm>
            <a:off x="3626356" y="506510"/>
            <a:ext cx="2856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로그인 하러 가기 클릭</a:t>
            </a:r>
            <a:endParaRPr lang="en-US" altLang="ko-KR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965F15A-F174-4CCD-AD53-4D3D76EA93E9}"/>
              </a:ext>
            </a:extLst>
          </p:cNvPr>
          <p:cNvSpPr/>
          <p:nvPr/>
        </p:nvSpPr>
        <p:spPr>
          <a:xfrm>
            <a:off x="3504178" y="3117010"/>
            <a:ext cx="1161149" cy="31199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F7692F8D-8A65-4645-8A7D-F75982ABAE1D}"/>
              </a:ext>
            </a:extLst>
          </p:cNvPr>
          <p:cNvCxnSpPr>
            <a:cxnSpLocks/>
            <a:stCxn id="30" idx="1"/>
            <a:endCxn id="31" idx="3"/>
          </p:cNvCxnSpPr>
          <p:nvPr/>
        </p:nvCxnSpPr>
        <p:spPr>
          <a:xfrm flipH="1" flipV="1">
            <a:off x="2918129" y="5279067"/>
            <a:ext cx="3718559" cy="330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11219007-CAF1-4586-80F7-9518EA3C63B7}"/>
              </a:ext>
            </a:extLst>
          </p:cNvPr>
          <p:cNvSpPr txBox="1"/>
          <p:nvPr/>
        </p:nvSpPr>
        <p:spPr>
          <a:xfrm>
            <a:off x="6636688" y="5424575"/>
            <a:ext cx="3079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2. 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회원 정보 입력 후 로그인</a:t>
            </a:r>
            <a:endParaRPr lang="en-US" altLang="ko-KR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DAA59401-E6A9-4A0E-BEFD-596B2A63753F}"/>
              </a:ext>
            </a:extLst>
          </p:cNvPr>
          <p:cNvSpPr/>
          <p:nvPr/>
        </p:nvSpPr>
        <p:spPr>
          <a:xfrm>
            <a:off x="381404" y="4796968"/>
            <a:ext cx="2536725" cy="96419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DEC113F0-E928-4ED4-BD6C-586737E9FAD8}"/>
              </a:ext>
            </a:extLst>
          </p:cNvPr>
          <p:cNvCxnSpPr>
            <a:cxnSpLocks/>
            <a:stCxn id="30" idx="1"/>
            <a:endCxn id="42" idx="3"/>
          </p:cNvCxnSpPr>
          <p:nvPr/>
        </p:nvCxnSpPr>
        <p:spPr>
          <a:xfrm flipH="1">
            <a:off x="2926080" y="5609241"/>
            <a:ext cx="3710608" cy="696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F03B5BB8-1BB9-44B8-BEC2-38D7012CC0AF}"/>
              </a:ext>
            </a:extLst>
          </p:cNvPr>
          <p:cNvSpPr/>
          <p:nvPr/>
        </p:nvSpPr>
        <p:spPr>
          <a:xfrm>
            <a:off x="319018" y="6156205"/>
            <a:ext cx="2607062" cy="29994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09EF5E46-755F-4EA4-B1D4-CBC0BD929C62}"/>
              </a:ext>
            </a:extLst>
          </p:cNvPr>
          <p:cNvCxnSpPr>
            <a:cxnSpLocks/>
            <a:stCxn id="30" idx="0"/>
            <a:endCxn id="11" idx="2"/>
          </p:cNvCxnSpPr>
          <p:nvPr/>
        </p:nvCxnSpPr>
        <p:spPr>
          <a:xfrm flipV="1">
            <a:off x="8176591" y="4870576"/>
            <a:ext cx="1027348" cy="5539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473D3E25-DFBA-48D5-B9DC-088154B60239}"/>
              </a:ext>
            </a:extLst>
          </p:cNvPr>
          <p:cNvSpPr txBox="1"/>
          <p:nvPr/>
        </p:nvSpPr>
        <p:spPr>
          <a:xfrm>
            <a:off x="10821725" y="143123"/>
            <a:ext cx="1141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/>
              <a:t>웹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94340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06FADA06-2300-4E5E-B56E-530D54CCCDB9}"/>
              </a:ext>
            </a:extLst>
          </p:cNvPr>
          <p:cNvSpPr txBox="1">
            <a:spLocks/>
          </p:cNvSpPr>
          <p:nvPr/>
        </p:nvSpPr>
        <p:spPr>
          <a:xfrm>
            <a:off x="228600" y="395864"/>
            <a:ext cx="3951147" cy="500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scan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및 </a:t>
            </a: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upload 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실행 </a:t>
            </a: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[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웹</a:t>
            </a: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]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1395051-58D6-4A60-B344-070C005A6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92981"/>
            <a:ext cx="4929809" cy="339492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42F9615-EE47-4453-A98E-E378363EA2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8733" y="5400167"/>
            <a:ext cx="7071841" cy="119546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5150F29-EE4C-4C24-B55B-041BAAB787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7729" y="1398683"/>
            <a:ext cx="4541502" cy="2744960"/>
          </a:xfrm>
          <a:prstGeom prst="rect">
            <a:avLst/>
          </a:prstGeom>
        </p:spPr>
      </p:pic>
      <p:sp>
        <p:nvSpPr>
          <p:cNvPr id="12" name="부제목 2">
            <a:extLst>
              <a:ext uri="{FF2B5EF4-FFF2-40B4-BE49-F238E27FC236}">
                <a16:creationId xmlns:a16="http://schemas.microsoft.com/office/drawing/2014/main" id="{B65E4A1A-FEF1-4232-B40C-0C8C1AA5EAC9}"/>
              </a:ext>
            </a:extLst>
          </p:cNvPr>
          <p:cNvSpPr txBox="1">
            <a:spLocks/>
          </p:cNvSpPr>
          <p:nvPr/>
        </p:nvSpPr>
        <p:spPr>
          <a:xfrm>
            <a:off x="3989547" y="506412"/>
            <a:ext cx="6251734" cy="280767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* 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로컬 에이전트를 </a:t>
            </a:r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cli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로 미리 실행해 놓아야 웹에서 스캔</a:t>
            </a:r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업로드</a:t>
            </a:r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, apply 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가능 </a:t>
            </a:r>
            <a:endParaRPr lang="en-US" altLang="ko-KR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B82AD2EA-0637-4D91-8406-29D39E1B495C}"/>
              </a:ext>
            </a:extLst>
          </p:cNvPr>
          <p:cNvCxnSpPr>
            <a:cxnSpLocks/>
            <a:stCxn id="14" idx="0"/>
            <a:endCxn id="16" idx="2"/>
          </p:cNvCxnSpPr>
          <p:nvPr/>
        </p:nvCxnSpPr>
        <p:spPr>
          <a:xfrm flipV="1">
            <a:off x="2358797" y="2608028"/>
            <a:ext cx="1877652" cy="28183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F443EF5-3DB1-48B1-9853-F922CF86A7D0}"/>
              </a:ext>
            </a:extLst>
          </p:cNvPr>
          <p:cNvSpPr txBox="1"/>
          <p:nvPr/>
        </p:nvSpPr>
        <p:spPr>
          <a:xfrm>
            <a:off x="441539" y="5426415"/>
            <a:ext cx="3834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1. 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스캔 방식을 </a:t>
            </a:r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agent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로 선택한 후</a:t>
            </a:r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, 2. 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스캔 및 업로드 버튼 클릭</a:t>
            </a:r>
            <a:endParaRPr lang="en-US" altLang="ko-KR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9C72C7D3-75B4-4F19-AED8-E6E343D77B4E}"/>
              </a:ext>
            </a:extLst>
          </p:cNvPr>
          <p:cNvSpPr/>
          <p:nvPr/>
        </p:nvSpPr>
        <p:spPr>
          <a:xfrm>
            <a:off x="418890" y="3879459"/>
            <a:ext cx="1568936" cy="70844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B73D37F0-2E1D-4F1A-A31E-6BF943AC5A76}"/>
              </a:ext>
            </a:extLst>
          </p:cNvPr>
          <p:cNvSpPr/>
          <p:nvPr/>
        </p:nvSpPr>
        <p:spPr>
          <a:xfrm>
            <a:off x="3314489" y="1245221"/>
            <a:ext cx="1843919" cy="136280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8B9C56E1-CF3E-4898-96C3-45D0CC444FC4}"/>
              </a:ext>
            </a:extLst>
          </p:cNvPr>
          <p:cNvCxnSpPr>
            <a:cxnSpLocks/>
            <a:stCxn id="14" idx="0"/>
            <a:endCxn id="15" idx="2"/>
          </p:cNvCxnSpPr>
          <p:nvPr/>
        </p:nvCxnSpPr>
        <p:spPr>
          <a:xfrm flipH="1" flipV="1">
            <a:off x="1203358" y="4587902"/>
            <a:ext cx="1155439" cy="8385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2F3BD9D1-1654-4E0D-8778-6A3236B357D2}"/>
              </a:ext>
            </a:extLst>
          </p:cNvPr>
          <p:cNvSpPr txBox="1"/>
          <p:nvPr/>
        </p:nvSpPr>
        <p:spPr>
          <a:xfrm>
            <a:off x="6883421" y="1801945"/>
            <a:ext cx="3834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3. 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스캔 진행 화면으로 자동 이동</a:t>
            </a:r>
            <a:endParaRPr lang="en-US" altLang="ko-KR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A61DF17-9583-477B-9EFC-040B19F103A8}"/>
              </a:ext>
            </a:extLst>
          </p:cNvPr>
          <p:cNvSpPr txBox="1"/>
          <p:nvPr/>
        </p:nvSpPr>
        <p:spPr>
          <a:xfrm>
            <a:off x="5391888" y="4941631"/>
            <a:ext cx="6029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cli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를 통해 </a:t>
            </a:r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agent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가 받은 </a:t>
            </a:r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task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및 진행 상황 확인 가능</a:t>
            </a:r>
            <a:endParaRPr lang="en-US" altLang="ko-KR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7E3EDB2-3469-4CDA-BB79-7479D05A5936}"/>
              </a:ext>
            </a:extLst>
          </p:cNvPr>
          <p:cNvSpPr txBox="1"/>
          <p:nvPr/>
        </p:nvSpPr>
        <p:spPr>
          <a:xfrm>
            <a:off x="10821725" y="143123"/>
            <a:ext cx="1141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/>
              <a:t>웹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75002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부제목 2">
            <a:extLst>
              <a:ext uri="{FF2B5EF4-FFF2-40B4-BE49-F238E27FC236}">
                <a16:creationId xmlns:a16="http://schemas.microsoft.com/office/drawing/2014/main" id="{22FBF31C-50DC-4E39-B0EE-7D4DED6457CF}"/>
              </a:ext>
            </a:extLst>
          </p:cNvPr>
          <p:cNvSpPr txBox="1">
            <a:spLocks/>
          </p:cNvSpPr>
          <p:nvPr/>
        </p:nvSpPr>
        <p:spPr>
          <a:xfrm>
            <a:off x="228600" y="395864"/>
            <a:ext cx="3951147" cy="500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scan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및 </a:t>
            </a: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upload 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확인 </a:t>
            </a: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[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웹</a:t>
            </a: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]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FCFBB93-A14D-4B30-84B7-F66407351F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2752" y="971771"/>
            <a:ext cx="4690638" cy="92707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F0B3A9C-99C8-4EB7-B485-D70FCBCFAF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62" y="2948258"/>
            <a:ext cx="5661726" cy="347567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E50E171-29AC-47B1-BFD9-EDE12C2F7F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190" y="2863085"/>
            <a:ext cx="5432332" cy="3646025"/>
          </a:xfrm>
          <a:prstGeom prst="rect">
            <a:avLst/>
          </a:prstGeom>
        </p:spPr>
      </p:pic>
      <p:sp>
        <p:nvSpPr>
          <p:cNvPr id="13" name="부제목 2">
            <a:extLst>
              <a:ext uri="{FF2B5EF4-FFF2-40B4-BE49-F238E27FC236}">
                <a16:creationId xmlns:a16="http://schemas.microsoft.com/office/drawing/2014/main" id="{3C2FBC25-1273-4568-8BA7-93E8E7891E02}"/>
              </a:ext>
            </a:extLst>
          </p:cNvPr>
          <p:cNvSpPr txBox="1">
            <a:spLocks/>
          </p:cNvSpPr>
          <p:nvPr/>
        </p:nvSpPr>
        <p:spPr>
          <a:xfrm>
            <a:off x="3989547" y="506412"/>
            <a:ext cx="6251734" cy="280767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* 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로컬 에이전트를 </a:t>
            </a:r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cli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로 미리 실행해 놓아야 웹에서 스캔</a:t>
            </a:r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업로드</a:t>
            </a:r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, apply 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가능 </a:t>
            </a:r>
            <a:endParaRPr lang="en-US" altLang="ko-KR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0C7E39-915D-4E92-98B5-0D2DFFD0D895}"/>
              </a:ext>
            </a:extLst>
          </p:cNvPr>
          <p:cNvSpPr txBox="1"/>
          <p:nvPr/>
        </p:nvSpPr>
        <p:spPr>
          <a:xfrm>
            <a:off x="818035" y="2091863"/>
            <a:ext cx="60294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스캔 및 업로드 완료 시 </a:t>
            </a:r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cli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에서 제공하는 </a:t>
            </a:r>
            <a:r>
              <a:rPr lang="en-US" altLang="ko-KR" dirty="0" err="1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url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을 통해</a:t>
            </a:r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,</a:t>
            </a:r>
          </a:p>
          <a:p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혹은 웹에서 자동으로 이동하는 화면을 통해 결과 확인</a:t>
            </a:r>
            <a:endParaRPr lang="en-US" altLang="ko-KR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DE268A6D-4615-4DB7-AA6B-46FD599946A3}"/>
              </a:ext>
            </a:extLst>
          </p:cNvPr>
          <p:cNvSpPr/>
          <p:nvPr/>
        </p:nvSpPr>
        <p:spPr>
          <a:xfrm>
            <a:off x="8060184" y="1638455"/>
            <a:ext cx="2650224" cy="34435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0C270AB8-3AD8-4105-AA3F-77A1053D4FD1}"/>
              </a:ext>
            </a:extLst>
          </p:cNvPr>
          <p:cNvCxnSpPr>
            <a:cxnSpLocks/>
            <a:endCxn id="15" idx="1"/>
          </p:cNvCxnSpPr>
          <p:nvPr/>
        </p:nvCxnSpPr>
        <p:spPr>
          <a:xfrm flipV="1">
            <a:off x="5263763" y="1810635"/>
            <a:ext cx="2796421" cy="345751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6193423-D6DF-4740-8296-870809C4774A}"/>
              </a:ext>
            </a:extLst>
          </p:cNvPr>
          <p:cNvSpPr txBox="1"/>
          <p:nvPr/>
        </p:nvSpPr>
        <p:spPr>
          <a:xfrm>
            <a:off x="10821725" y="143123"/>
            <a:ext cx="1141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/>
              <a:t>웹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80101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부제목 2">
            <a:extLst>
              <a:ext uri="{FF2B5EF4-FFF2-40B4-BE49-F238E27FC236}">
                <a16:creationId xmlns:a16="http://schemas.microsoft.com/office/drawing/2014/main" id="{757673F4-9141-46C9-B4BF-0AFD7831D1C3}"/>
              </a:ext>
            </a:extLst>
          </p:cNvPr>
          <p:cNvSpPr txBox="1">
            <a:spLocks/>
          </p:cNvSpPr>
          <p:nvPr/>
        </p:nvSpPr>
        <p:spPr>
          <a:xfrm>
            <a:off x="228600" y="395864"/>
            <a:ext cx="3951147" cy="500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Apply(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수정 사항 적용</a:t>
            </a: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[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웹</a:t>
            </a: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]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C7D4B9A-4971-4657-8962-8E296B3765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222" y="1242522"/>
            <a:ext cx="9090991" cy="104225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440C6DD-1539-4EAD-A13D-101909490A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5778" y="2522265"/>
            <a:ext cx="4330112" cy="3939871"/>
          </a:xfrm>
          <a:prstGeom prst="rect">
            <a:avLst/>
          </a:prstGeom>
        </p:spPr>
      </p:pic>
      <p:sp>
        <p:nvSpPr>
          <p:cNvPr id="15" name="부제목 2">
            <a:extLst>
              <a:ext uri="{FF2B5EF4-FFF2-40B4-BE49-F238E27FC236}">
                <a16:creationId xmlns:a16="http://schemas.microsoft.com/office/drawing/2014/main" id="{3F75EE27-8C25-40E5-8842-8637878FDC2D}"/>
              </a:ext>
            </a:extLst>
          </p:cNvPr>
          <p:cNvSpPr txBox="1">
            <a:spLocks/>
          </p:cNvSpPr>
          <p:nvPr/>
        </p:nvSpPr>
        <p:spPr>
          <a:xfrm>
            <a:off x="3989547" y="506412"/>
            <a:ext cx="6251734" cy="280767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* 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로컬 에이전트를 </a:t>
            </a:r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cli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로 미리 실행해 놓아야 웹에서 스캔</a:t>
            </a:r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업로드</a:t>
            </a:r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, apply 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가능 </a:t>
            </a:r>
            <a:endParaRPr lang="en-US" altLang="ko-KR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68A8F5-C9CA-46AE-A1E5-F8E782CC3377}"/>
              </a:ext>
            </a:extLst>
          </p:cNvPr>
          <p:cNvSpPr txBox="1"/>
          <p:nvPr/>
        </p:nvSpPr>
        <p:spPr>
          <a:xfrm>
            <a:off x="7380725" y="2153145"/>
            <a:ext cx="4180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1. 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고치기 버튼을 통해 </a:t>
            </a:r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apply 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화면 이동</a:t>
            </a:r>
            <a:endParaRPr lang="en-US" altLang="ko-KR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F9A6402F-6B0A-41FC-A2E7-BC890EB3C783}"/>
              </a:ext>
            </a:extLst>
          </p:cNvPr>
          <p:cNvSpPr/>
          <p:nvPr/>
        </p:nvSpPr>
        <p:spPr>
          <a:xfrm>
            <a:off x="9016987" y="1821335"/>
            <a:ext cx="699508" cy="27283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A2BD459B-AB7B-462B-92FF-4995CD3AF8D4}"/>
              </a:ext>
            </a:extLst>
          </p:cNvPr>
          <p:cNvSpPr/>
          <p:nvPr/>
        </p:nvSpPr>
        <p:spPr>
          <a:xfrm>
            <a:off x="6615197" y="4709465"/>
            <a:ext cx="1210693" cy="26911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0796700-9E5C-4E0B-AA11-0CC91AC06C48}"/>
              </a:ext>
            </a:extLst>
          </p:cNvPr>
          <p:cNvSpPr txBox="1"/>
          <p:nvPr/>
        </p:nvSpPr>
        <p:spPr>
          <a:xfrm>
            <a:off x="7220543" y="5031406"/>
            <a:ext cx="3336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2. 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해당 버튼을 통해 코드 수정</a:t>
            </a:r>
            <a:endParaRPr lang="en-US" altLang="ko-KR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C48FC8-7842-45C7-ADE9-615388FBFD44}"/>
              </a:ext>
            </a:extLst>
          </p:cNvPr>
          <p:cNvSpPr txBox="1"/>
          <p:nvPr/>
        </p:nvSpPr>
        <p:spPr>
          <a:xfrm>
            <a:off x="10821725" y="143123"/>
            <a:ext cx="1141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/>
              <a:t>웹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256830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부제목 2">
            <a:extLst>
              <a:ext uri="{FF2B5EF4-FFF2-40B4-BE49-F238E27FC236}">
                <a16:creationId xmlns:a16="http://schemas.microsoft.com/office/drawing/2014/main" id="{757673F4-9141-46C9-B4BF-0AFD7831D1C3}"/>
              </a:ext>
            </a:extLst>
          </p:cNvPr>
          <p:cNvSpPr txBox="1">
            <a:spLocks/>
          </p:cNvSpPr>
          <p:nvPr/>
        </p:nvSpPr>
        <p:spPr>
          <a:xfrm>
            <a:off x="228600" y="395864"/>
            <a:ext cx="3951147" cy="500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Apply(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수정 사항 적용</a:t>
            </a: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[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웹</a:t>
            </a: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]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793CA75F-CBE5-41CE-B5B6-9F579CCD08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113" y="2149536"/>
            <a:ext cx="5129732" cy="384821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4A82AF73-3B60-4330-A01C-348C812C80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6510" y="3609892"/>
            <a:ext cx="6196890" cy="1599621"/>
          </a:xfrm>
          <a:prstGeom prst="rect">
            <a:avLst/>
          </a:prstGeom>
        </p:spPr>
      </p:pic>
      <p:sp>
        <p:nvSpPr>
          <p:cNvPr id="15" name="부제목 2">
            <a:extLst>
              <a:ext uri="{FF2B5EF4-FFF2-40B4-BE49-F238E27FC236}">
                <a16:creationId xmlns:a16="http://schemas.microsoft.com/office/drawing/2014/main" id="{3F75EE27-8C25-40E5-8842-8637878FDC2D}"/>
              </a:ext>
            </a:extLst>
          </p:cNvPr>
          <p:cNvSpPr txBox="1">
            <a:spLocks/>
          </p:cNvSpPr>
          <p:nvPr/>
        </p:nvSpPr>
        <p:spPr>
          <a:xfrm>
            <a:off x="3989547" y="506412"/>
            <a:ext cx="6251734" cy="280767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* 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로컬 에이전트를 </a:t>
            </a:r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cli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로 미리 실행해 놓아야 웹에서 스캔</a:t>
            </a:r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업로드</a:t>
            </a:r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, apply 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가능 </a:t>
            </a:r>
            <a:endParaRPr lang="en-US" altLang="ko-KR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A11DA21-93E2-41DD-BFB0-692877D68709}"/>
              </a:ext>
            </a:extLst>
          </p:cNvPr>
          <p:cNvSpPr txBox="1"/>
          <p:nvPr/>
        </p:nvSpPr>
        <p:spPr>
          <a:xfrm>
            <a:off x="5933901" y="3095237"/>
            <a:ext cx="6029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4. cli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를 통해 </a:t>
            </a:r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agent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가 받은 </a:t>
            </a:r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task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및 진행 상황 확인 가능</a:t>
            </a:r>
            <a:endParaRPr lang="en-US" altLang="ko-KR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DAD5FA-359B-4386-AE7B-463FC50ECD11}"/>
              </a:ext>
            </a:extLst>
          </p:cNvPr>
          <p:cNvSpPr txBox="1"/>
          <p:nvPr/>
        </p:nvSpPr>
        <p:spPr>
          <a:xfrm>
            <a:off x="1415691" y="1736299"/>
            <a:ext cx="2914576" cy="380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3. 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수정 적용 후 결과 확인</a:t>
            </a:r>
            <a:endParaRPr lang="en-US" altLang="ko-KR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6E41DE-BA9C-4648-89E4-8887F5D035BF}"/>
              </a:ext>
            </a:extLst>
          </p:cNvPr>
          <p:cNvSpPr txBox="1"/>
          <p:nvPr/>
        </p:nvSpPr>
        <p:spPr>
          <a:xfrm>
            <a:off x="10821725" y="143123"/>
            <a:ext cx="1141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/>
              <a:t>웹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42055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부제목 2">
            <a:extLst>
              <a:ext uri="{FF2B5EF4-FFF2-40B4-BE49-F238E27FC236}">
                <a16:creationId xmlns:a16="http://schemas.microsoft.com/office/drawing/2014/main" id="{757673F4-9141-46C9-B4BF-0AFD7831D1C3}"/>
              </a:ext>
            </a:extLst>
          </p:cNvPr>
          <p:cNvSpPr txBox="1">
            <a:spLocks/>
          </p:cNvSpPr>
          <p:nvPr/>
        </p:nvSpPr>
        <p:spPr>
          <a:xfrm>
            <a:off x="228600" y="395864"/>
            <a:ext cx="3951147" cy="500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Apply(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수정 사항 적용</a:t>
            </a: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[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웹</a:t>
            </a: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]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357EAB7-4C28-4AFB-A844-10A7A4021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104" y="2881822"/>
            <a:ext cx="10919791" cy="1976651"/>
          </a:xfrm>
          <a:prstGeom prst="rect">
            <a:avLst/>
          </a:prstGeom>
        </p:spPr>
      </p:pic>
      <p:sp>
        <p:nvSpPr>
          <p:cNvPr id="10" name="부제목 2">
            <a:extLst>
              <a:ext uri="{FF2B5EF4-FFF2-40B4-BE49-F238E27FC236}">
                <a16:creationId xmlns:a16="http://schemas.microsoft.com/office/drawing/2014/main" id="{3906CDD1-877E-425F-ABCA-05A88BEF7938}"/>
              </a:ext>
            </a:extLst>
          </p:cNvPr>
          <p:cNvSpPr txBox="1">
            <a:spLocks/>
          </p:cNvSpPr>
          <p:nvPr/>
        </p:nvSpPr>
        <p:spPr>
          <a:xfrm>
            <a:off x="3989547" y="506412"/>
            <a:ext cx="6251734" cy="280767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* 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로컬 에이전트를 </a:t>
            </a:r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cli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로 미리 실행해 놓아야 웹에서 스캔</a:t>
            </a:r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업로드</a:t>
            </a:r>
            <a:r>
              <a:rPr lang="en-US" altLang="ko-KR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, apply </a:t>
            </a:r>
            <a:r>
              <a:rPr lang="ko-KR" altLang="en-US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가능 </a:t>
            </a:r>
            <a:endParaRPr lang="en-US" altLang="ko-KR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20E852-5626-46A1-94DC-A49961FCA992}"/>
              </a:ext>
            </a:extLst>
          </p:cNvPr>
          <p:cNvSpPr txBox="1"/>
          <p:nvPr/>
        </p:nvSpPr>
        <p:spPr>
          <a:xfrm>
            <a:off x="822944" y="2229115"/>
            <a:ext cx="4766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프로젝트에서 실제로 코드가 바뀐 것을 확인</a:t>
            </a:r>
            <a:endParaRPr lang="en-US" altLang="ko-KR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60BD703F-C0F6-49C6-ADFF-A73D9C2F2C7B}"/>
              </a:ext>
            </a:extLst>
          </p:cNvPr>
          <p:cNvSpPr/>
          <p:nvPr/>
        </p:nvSpPr>
        <p:spPr>
          <a:xfrm>
            <a:off x="987811" y="3572421"/>
            <a:ext cx="4437087" cy="28391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A99482EA-F008-4FF3-A7CF-C84AFBFA9763}"/>
              </a:ext>
            </a:extLst>
          </p:cNvPr>
          <p:cNvSpPr/>
          <p:nvPr/>
        </p:nvSpPr>
        <p:spPr>
          <a:xfrm>
            <a:off x="6881053" y="3572421"/>
            <a:ext cx="4437087" cy="28391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79607C-5AA0-4D23-8803-505BF635A465}"/>
              </a:ext>
            </a:extLst>
          </p:cNvPr>
          <p:cNvSpPr txBox="1"/>
          <p:nvPr/>
        </p:nvSpPr>
        <p:spPr>
          <a:xfrm>
            <a:off x="10821725" y="143123"/>
            <a:ext cx="1141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/>
              <a:t>웹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766360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1184</TotalTime>
  <Words>416</Words>
  <Application>Microsoft Office PowerPoint</Application>
  <PresentationFormat>와이드스크린</PresentationFormat>
  <Paragraphs>60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HY헤드라인M</vt:lpstr>
      <vt:lpstr>맑은 고딕</vt:lpstr>
      <vt:lpstr>Arial</vt:lpstr>
      <vt:lpstr>Office 테마</vt:lpstr>
      <vt:lpstr>시연 시나리오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시연 시나리오</dc:title>
  <dc:creator>SSAFY</dc:creator>
  <cp:lastModifiedBy>SSAFY</cp:lastModifiedBy>
  <cp:revision>53</cp:revision>
  <dcterms:created xsi:type="dcterms:W3CDTF">2026-02-08T14:20:23Z</dcterms:created>
  <dcterms:modified xsi:type="dcterms:W3CDTF">2026-05-20T14:15:04Z</dcterms:modified>
</cp:coreProperties>
</file>